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3823546"/>
            <a:ext cx="12191695" cy="54864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10091"/>
            <a:ext cx="10515600" cy="1122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AI-Powered Godown Monitoring System</a:t>
            </a:r>
          </a:p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for Post-Harvest Loss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120" y="2674113"/>
            <a:ext cx="10505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98A1E"/>
                </a:solidFill>
                <a:latin typeface="Calibri"/>
              </a:rPr>
              <a:t>Team </a:t>
            </a:r>
            <a:r>
              <a:rPr sz="2000" b="1" i="0" dirty="0" err="1">
                <a:solidFill>
                  <a:srgbClr val="C98A1E"/>
                </a:solidFill>
                <a:latin typeface="Calibri"/>
              </a:rPr>
              <a:t>InnovativeX</a:t>
            </a:r>
            <a:endParaRPr sz="2000" b="1" i="0" dirty="0">
              <a:solidFill>
                <a:srgbClr val="C98A1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52647" y="3166233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Team ID: H26AGR06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" y="400894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9CC2B2"/>
                </a:solidFill>
                <a:latin typeface="Calibri"/>
              </a:rPr>
              <a:t>TEAM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36267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Vandana P.R.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655" y="4873589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1400" b="1" i="0" dirty="0">
                <a:solidFill>
                  <a:srgbClr val="9CC2B2"/>
                </a:solidFill>
                <a:latin typeface="Calibri"/>
              </a:rPr>
              <a:t>TEAM MEMBERS</a:t>
            </a:r>
            <a:endParaRPr sz="1400" b="1" i="0" dirty="0">
              <a:solidFill>
                <a:srgbClr val="9CC2B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3120" y="5221319"/>
            <a:ext cx="8229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Chinnam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Rushya</a:t>
            </a:r>
            <a:endParaRPr lang="en-IN" sz="170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T. Divya Sri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" y="6066235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9CC2B2"/>
                </a:solidFill>
                <a:latin typeface="Calibri"/>
              </a:rPr>
              <a:t>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20" y="64018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SASTRA Deemed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CC2B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5A6660"/>
                </a:solidFill>
                <a:latin typeface="Calibri"/>
              </a:rPr>
              <a:t>A large share of India's stored paddy and pulses is lost after harvest</a:t>
            </a:r>
            <a:r>
              <a:rPr lang="en-IN" sz="1600" b="0" i="0" dirty="0">
                <a:solidFill>
                  <a:srgbClr val="5A6660"/>
                </a:solidFill>
                <a:latin typeface="Calibri"/>
              </a:rPr>
              <a:t>,</a:t>
            </a:r>
            <a:r>
              <a:rPr sz="1600" b="0" i="0" dirty="0">
                <a:solidFill>
                  <a:srgbClr val="5A6660"/>
                </a:solidFill>
                <a:latin typeface="Calibri"/>
              </a:rPr>
              <a:t> not in the field, but inside the godown</a:t>
            </a:r>
            <a:r>
              <a:rPr lang="en-IN" sz="1600" b="0" i="0" dirty="0">
                <a:solidFill>
                  <a:srgbClr val="5A6660"/>
                </a:solidFill>
                <a:latin typeface="Calibri"/>
              </a:rPr>
              <a:t>, </a:t>
            </a:r>
            <a:r>
              <a:rPr sz="1600" b="0" i="0" dirty="0">
                <a:solidFill>
                  <a:srgbClr val="5A6660"/>
                </a:solidFill>
                <a:latin typeface="Calibri"/>
              </a:rPr>
              <a:t>because spoilage (mold, pests, moisture damage) is usually discovered only during infrequent manual inspection, by which point the loss is already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1B4D3E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5486400" cy="25919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Continuously monitor godown conditions (temperature, humidity, gas) instead of periodic manual checks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Use computer vision to catch visible spoilage signs (mold, pest damage, discoloration) directly from grain images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Fuse sensor + vision signals into a single, explainable real-time risk score per storage zone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Automatically alert stakeholders via WhatsApp before a zone crosses into high-loss territory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51460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62432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Reactive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971800"/>
            <a:ext cx="470916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222A27"/>
                </a:solidFill>
                <a:latin typeface="Calibri"/>
              </a:rPr>
              <a:t>Manual inspection finds spoilage after it has already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74904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85876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Siloed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06240"/>
            <a:ext cx="4709160" cy="46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222A27"/>
                </a:solidFill>
                <a:latin typeface="Calibri"/>
              </a:rPr>
              <a:t>Temp/humidity loggers exist, but rarely fused with vision or alerting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98348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509320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Late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440680"/>
            <a:ext cx="4709160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222A27"/>
                </a:solidFill>
                <a:latin typeface="Calibri"/>
              </a:rPr>
              <a:t>No automatic, real-time notification to stakeholders on rising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InnovativeX  |  H26AGR06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1408" y="272034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Simulated / Real Sensors</a:t>
            </a:r>
          </a:p>
          <a:p>
            <a:pPr algn="ctr"/>
            <a:r>
              <a:rPr sz="1000" dirty="0">
                <a:solidFill>
                  <a:schemeClr val="tx1"/>
                </a:solidFill>
                <a:latin typeface="Calibri"/>
              </a:rPr>
              <a:t>Temp · Humidity · Gas (CO₂ proxy) per 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1408" y="395478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Grain Image Upload</a:t>
            </a:r>
          </a:p>
          <a:p>
            <a:pPr algn="ctr"/>
            <a:r>
              <a:rPr sz="1000" dirty="0">
                <a:solidFill>
                  <a:schemeClr val="tx1"/>
                </a:solidFill>
                <a:latin typeface="Calibri"/>
              </a:rPr>
              <a:t>Zone photo via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3288" y="3314700"/>
            <a:ext cx="2743200" cy="1234440"/>
          </a:xfrm>
          <a:prstGeom prst="roundRect">
            <a:avLst/>
          </a:prstGeom>
          <a:solidFill>
            <a:srgbClr val="1B4D3E"/>
          </a:solidFill>
          <a:ln w="19050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Backend</a:t>
            </a:r>
          </a:p>
          <a:p>
            <a:pPr algn="ctr"/>
            <a:r>
              <a:rPr sz="1050" dirty="0">
                <a:solidFill>
                  <a:schemeClr val="bg1"/>
                </a:solidFill>
                <a:latin typeface="Calibri"/>
              </a:rPr>
              <a:t>main.py — single-process API
(serves dashboard too)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3288" y="176022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CV Classifier</a:t>
            </a:r>
            <a:r>
              <a:rPr sz="1000" dirty="0">
                <a:solidFill>
                  <a:srgbClr val="5A6660"/>
                </a:solidFill>
                <a:latin typeface="Calibri"/>
              </a:rPr>
              <a:t>
</a:t>
            </a:r>
            <a:r>
              <a:rPr sz="1000" dirty="0">
                <a:solidFill>
                  <a:schemeClr val="tx1"/>
                </a:solidFill>
                <a:latin typeface="Calibri"/>
              </a:rPr>
              <a:t>MobileNetV2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9447" y="3314700"/>
            <a:ext cx="2331720" cy="1234440"/>
          </a:xfrm>
          <a:prstGeom prst="roundRect">
            <a:avLst/>
          </a:prstGeom>
          <a:solidFill>
            <a:srgbClr val="FBF1DD"/>
          </a:solidFill>
          <a:ln w="1905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C98A1E"/>
                </a:solidFill>
                <a:latin typeface="Calibri"/>
              </a:rPr>
              <a:t>Risk Engine</a:t>
            </a:r>
          </a:p>
          <a:p>
            <a:pPr algn="ctr"/>
            <a:r>
              <a:rPr sz="1000" dirty="0">
                <a:solidFill>
                  <a:schemeClr val="tx1"/>
                </a:solidFill>
                <a:latin typeface="Calibri"/>
              </a:rPr>
              <a:t>risk.py — rule-based scoring
+ sensor/vision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9447" y="1760220"/>
            <a:ext cx="233172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Alert Dispatch</a:t>
            </a:r>
          </a:p>
          <a:p>
            <a:pPr algn="ctr"/>
            <a:r>
              <a:rPr sz="1000" dirty="0">
                <a:solidFill>
                  <a:schemeClr val="tx1"/>
                </a:solidFill>
                <a:latin typeface="Calibri"/>
              </a:rPr>
              <a:t>Twilio WhatsApp,
with in-app fallback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9447" y="4823460"/>
            <a:ext cx="233172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Web Dashboard</a:t>
            </a:r>
          </a:p>
          <a:p>
            <a:pPr algn="ctr"/>
            <a:r>
              <a:rPr sz="1000" dirty="0">
                <a:solidFill>
                  <a:schemeClr val="tx1"/>
                </a:solidFill>
                <a:latin typeface="Calibri"/>
              </a:rPr>
              <a:t>Polls /risk/{zone} every
few seconds, shows zone cards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94608" y="3177540"/>
            <a:ext cx="868680" cy="50292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94608" y="3954780"/>
            <a:ext cx="868680" cy="45720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58688" y="2674620"/>
            <a:ext cx="0" cy="64008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06488" y="3817620"/>
            <a:ext cx="822959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114536" y="2674620"/>
            <a:ext cx="0" cy="64008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14536" y="4549140"/>
            <a:ext cx="0" cy="27432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7206488" y="4046220"/>
            <a:ext cx="822959" cy="1051560"/>
          </a:xfrm>
          <a:prstGeom prst="line">
            <a:avLst/>
          </a:prstGeom>
          <a:ln w="28575">
            <a:solidFill>
              <a:srgbClr val="5A666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2331720"/>
          </a:xfrm>
          <a:prstGeom prst="rect">
            <a:avLst/>
          </a:prstGeom>
          <a:solidFill>
            <a:srgbClr val="E8F3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1. Rule-Based Sensor Risk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Additive weighted thresholds per signal, capped at 100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Humidity &gt;70% (+20) / &gt;75% (+40) — mold risk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Temperature &gt;30°C (+15) / &gt;32°C (+30) — pest/fungal accelerant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Gas / CO₂ proxy &gt;550ppm (+15) / &gt;700ppm (+30) — early respiration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486400" cy="2331720"/>
          </a:xfrm>
          <a:prstGeom prst="rect">
            <a:avLst/>
          </a:prstGeom>
          <a:solidFill>
            <a:srgbClr val="E8F3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2. Computer-Vision Spoilage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502920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4 classes: healthy / mold / pest_damage / discoloration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Default: HSV pixel-statistics heuristic (dark+yellow-green → mold, very-dark ratio → pest damage, orange-red patches → discoloration)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Upgrade path: MobileNetV2 transfer learning (frozen ImageNet base + Dense head), trained on Colab GPU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Confidence &lt;60% → labeled "uncertain", flagged for manual check instead of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86200"/>
            <a:ext cx="11338560" cy="1417320"/>
          </a:xfrm>
          <a:prstGeom prst="rect">
            <a:avLst/>
          </a:prstGeom>
          <a:solidFill>
            <a:srgbClr val="FBF1DD"/>
          </a:solidFill>
          <a:ln w="1270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3. Sensor + Vision Fusion, and Alert Cooldown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9728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CV result adds to sensor score: healthy +0, discoloration +15, pest_damage +25, mold +75 (capped at 100)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2E7D5B"/>
                </a:solidFill>
                <a:latin typeface="Calibri"/>
              </a:rPr>
              <a:t>▸  </a:t>
            </a:r>
            <a:r>
              <a:rPr sz="1250">
                <a:solidFill>
                  <a:srgbClr val="222A27"/>
                </a:solidFill>
                <a:latin typeface="Calibri"/>
              </a:rPr>
              <a:t>Score ≥70 fires a WhatsApp alert; a per-zone cooldown (default 30 min) prevents duplicate alert spam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201400" cy="713232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Backend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27"/>
                </a:solidFill>
                <a:latin typeface="Calibri"/>
              </a:rPr>
              <a:t>Python 3.12, FastAPI, Uvicorn (ASGI server)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2"/>
            <a:ext cx="11201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84832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222A27"/>
                </a:solidFill>
                <a:latin typeface="Calibri"/>
              </a:rPr>
              <a:t>Pillow (HSV heuristic classifier); TensorFlow / </a:t>
            </a:r>
            <a:r>
              <a:rPr sz="1300" b="0" i="0" dirty="0" err="1">
                <a:solidFill>
                  <a:srgbClr val="222A27"/>
                </a:solidFill>
                <a:latin typeface="Calibri"/>
              </a:rPr>
              <a:t>Keras</a:t>
            </a:r>
            <a:r>
              <a:rPr sz="1300" b="0" i="0" dirty="0">
                <a:solidFill>
                  <a:srgbClr val="222A27"/>
                </a:solidFill>
                <a:latin typeface="Calibri"/>
              </a:rPr>
              <a:t> + MobileNetV2 transfer learning (trained on Google </a:t>
            </a:r>
            <a:r>
              <a:rPr sz="1300" b="0" i="0" dirty="0" err="1">
                <a:solidFill>
                  <a:srgbClr val="222A27"/>
                </a:solidFill>
                <a:latin typeface="Calibri"/>
              </a:rPr>
              <a:t>Colab</a:t>
            </a:r>
            <a:r>
              <a:rPr sz="1300" b="0" i="0" dirty="0">
                <a:solidFill>
                  <a:srgbClr val="222A27"/>
                </a:solidFill>
                <a:latin typeface="Calibri"/>
              </a:rPr>
              <a:t> GPU)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98064"/>
            <a:ext cx="11201400" cy="713232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Frontend /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98064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222A27"/>
                </a:solidFill>
                <a:latin typeface="Calibri"/>
              </a:rPr>
              <a:t>HTML5, CSS3, vanilla JavaScript — polling-based live zone cards, no framework overhead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11296"/>
            <a:ext cx="11201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11296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Alerting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67147"/>
            <a:ext cx="786384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222A27"/>
                </a:solidFill>
                <a:latin typeface="Calibri"/>
              </a:rPr>
              <a:t>Twilio WhatsApp</a:t>
            </a:r>
            <a:r>
              <a:rPr lang="en-IN" sz="1300" b="0" i="0" dirty="0">
                <a:solidFill>
                  <a:srgbClr val="222A27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222A27"/>
                </a:solidFill>
                <a:latin typeface="Calibri"/>
              </a:rPr>
              <a:t>API, with automatic in-app fallback log if not configured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11201400" cy="713232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Config /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24528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27"/>
                </a:solidFill>
                <a:latin typeface="Calibri"/>
              </a:rPr>
              <a:t>python-dotenv for credential/config management (.env, gitignored)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37760"/>
            <a:ext cx="11201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File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37760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222A27"/>
                </a:solidFill>
                <a:latin typeface="Calibri"/>
              </a:rPr>
              <a:t>python-multipart for image upload endpoints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50992"/>
            <a:ext cx="11201400" cy="713232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650992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4D3E"/>
                </a:solidFill>
                <a:latin typeface="Calibri"/>
              </a:rPr>
              <a:t>Deployment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650992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27"/>
                </a:solidFill>
                <a:latin typeface="Calibri"/>
              </a:rPr>
              <a:t>Single-process architecture — FastAPI serves both the REST API and the static dashboard, avoiding separate frontend hosting or CORS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852160" cy="468416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Three simulated godown zones with realistic drifting sensor data; one zone ("leaky roof") escalates over time to demonstrate a live risk story, not flat numbers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Real-time risk score updates correctly as thresholds are crossed, with a human-readable reasons log (e.g. "humidity 76.2% &gt; 75% (high mold risk)")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Image upload → classification pipeline works end-to-end using the HSV heuristic classifier; MobileNetV2 training pipeline is ready to drop in trained weights with zero code changes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Automatic WhatsApp alert dispatch verified via Twilio Sandbox once a zone crosses risk score 70, with graceful fallback to an in-app alert log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600" dirty="0">
                <a:solidFill>
                  <a:srgbClr val="222A27"/>
                </a:solidFill>
                <a:latin typeface="Calibri"/>
              </a:rPr>
              <a:t>Low-confidence vision results (&lt;60%) are correctly flagged "uncertain" instead of a forced label — verified responsible-AI </a:t>
            </a:r>
            <a:r>
              <a:rPr sz="1600" dirty="0" err="1">
                <a:solidFill>
                  <a:srgbClr val="222A27"/>
                </a:solidFill>
                <a:latin typeface="Calibri"/>
              </a:rPr>
              <a:t>behaviour</a:t>
            </a:r>
            <a:endParaRPr sz="1600" dirty="0">
              <a:solidFill>
                <a:srgbClr val="222A27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4983480" cy="4480560"/>
          </a:xfrm>
          <a:prstGeom prst="rect">
            <a:avLst/>
          </a:prstGeom>
          <a:solidFill>
            <a:srgbClr val="F1F3F2"/>
          </a:solidFill>
          <a:ln w="1270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5400000">
            <a:off x="8846820" y="2834640"/>
            <a:ext cx="640080" cy="640080"/>
          </a:xfrm>
          <a:prstGeom prst="triangl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35661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Demo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977640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A6660"/>
                </a:solidFill>
                <a:latin typeface="Calibri"/>
              </a:rPr>
              <a:t>[ Insert / embed the recorded demo walkthrough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Comparison with Existing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603504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2651760" cy="603504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371600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Manual Inspection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2651760" cy="603504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1371600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Basic IoT Loggers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474720" cy="603504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371600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Our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75104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197510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Monitoring 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75104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27248" y="197510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Periodic, infrequent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975104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79008" y="197510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Continuous, sensor-only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75104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1975104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Continuous, sensor + 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78608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257860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Spoilage detection 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578608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27248" y="257860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Human visual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578608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79008" y="257860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None (raw data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578608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0768" y="2578608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CV classifier + rule 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82112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18211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Early-warning 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182112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27248" y="318211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None — reactive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182112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79008" y="318211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Temp/humidity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182112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0768" y="3182112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Gas/CO₂ as leading indicator, before visible spoilage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8561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" y="37856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Confidence handling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78561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27248" y="37856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Subjective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78561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79008" y="37856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785616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30768" y="3785616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Confidence-aware — flags “uncertain” instead of guessing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89120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438912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Alerting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389120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27248" y="438912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Manual reporting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4389120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79008" y="438912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Dashboard only, no push alerts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4389120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30768" y="4389120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Automatic WhatsApp alert with cooldown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92624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5488" y="499262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Domain calibration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4992624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27248" y="499262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Inspector experience varies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4992624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79008" y="499262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Generic thresholds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4992624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30768" y="4992624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Calibrated for TN paddy/pulses storage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596128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5488" y="559612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Hardware dependency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596128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27248" y="559612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None, but slow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5596128"/>
            <a:ext cx="2651760" cy="603504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79008" y="559612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27"/>
                </a:solidFill>
                <a:latin typeface="Calibri"/>
              </a:rPr>
              <a:t>Requires hardware upfront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5596128"/>
            <a:ext cx="3474720" cy="603504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430768" y="5596128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Software-first; hardware swap is a 1-function change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InnovativeX  |  H26AGR06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Summary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4D3E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241280" cy="1628331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Built and verified an end-to-end AI-powered godown monitoring system: simulated sensors + computer vision + rule-based risk fusion + automated WhatsApp alerting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Fully </a:t>
            </a:r>
            <a:r>
              <a:rPr sz="1400" dirty="0" err="1">
                <a:solidFill>
                  <a:srgbClr val="222A27"/>
                </a:solidFill>
                <a:latin typeface="Calibri"/>
              </a:rPr>
              <a:t>demoable</a:t>
            </a:r>
            <a:r>
              <a:rPr sz="1400" dirty="0">
                <a:solidFill>
                  <a:srgbClr val="222A27"/>
                </a:solidFill>
                <a:latin typeface="Calibri"/>
              </a:rPr>
              <a:t> with zero physical hardware — a software-first MVP that validates the logic and workflow before any hardware investment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Risk thresholds are domain-validated for paddy/pulses storage, not generic assumptions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2E7D5B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Architecture is deliberately hardware-agnostic: swapping in real DHT22/MQ sensors is a one-function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6865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C98A1E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32267"/>
            <a:ext cx="9340427" cy="1756571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C98A1E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Train the MobileNetV2 classifier on real (not synthetic-proxy) grain spoilage images for production-grade accuracy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C98A1E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Integrate physical DHT22 temperature/humidity and MQ-series gas sensors on-site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C98A1E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Split risk thresholds per crop type (paddy vs. pulses have different safe-moisture profiles)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C98A1E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Multi-warehouse dashboard for cooperative or FCI-scale deployment, with historical trend analytics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dirty="0">
                <a:solidFill>
                  <a:srgbClr val="C98A1E"/>
                </a:solidFill>
                <a:latin typeface="Calibri"/>
              </a:rPr>
              <a:t>▸  </a:t>
            </a:r>
            <a:r>
              <a:rPr sz="1400" dirty="0">
                <a:solidFill>
                  <a:srgbClr val="222A27"/>
                </a:solidFill>
                <a:latin typeface="Calibri"/>
              </a:rPr>
              <a:t>Move from reactive alerting to predictive risk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1044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Vandana P.R.</cp:lastModifiedBy>
  <cp:revision>2</cp:revision>
  <dcterms:created xsi:type="dcterms:W3CDTF">2013-01-27T09:14:16Z</dcterms:created>
  <dcterms:modified xsi:type="dcterms:W3CDTF">2026-08-01T07:15:03Z</dcterms:modified>
  <cp:category/>
</cp:coreProperties>
</file>